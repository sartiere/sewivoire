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91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920240"/>
            <a:ext cx="4754880" cy="4754880"/>
          </a:xfrm>
          <a:prstGeom prst="ellipse">
            <a:avLst/>
          </a:prstGeom>
          <a:solidFill>
            <a:srgbClr val="2431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431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Sew</a:t>
            </a: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Ivoire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de gestion d'atelier de couture sur-mesure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3977640"/>
            <a:ext cx="274320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60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 de fin de cycle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full-stack  ·  Django REST + React  ·  déployée en ligne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67128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0391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91640" y="25146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digitaliser l'atelier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2167128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98080" y="20391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SewIvoire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98080" y="25146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la plateforme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813048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36850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clés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91640" y="41605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commandes, espace client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4290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3813048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0" y="36850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498080" y="41605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API REST Django · MySQL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5458968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458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91640" y="53309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API documentée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691640" y="5806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throttling, Swagger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46520" y="50749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5458968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458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98080" y="53309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&amp; perspectives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498080" y="5806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ligne et évolutions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couture sur-mesure est un secteur clé en Côte d'Ivoire, mais l'atelier reste géré </a:t>
            </a:r>
            <a:r>
              <a:rPr lang="en-US" sz="19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manuellement</a:t>
            </a:r>
            <a:r>
              <a:rPr lang="en-US" sz="19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carnets, appels, mémoire du couturier.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990088"/>
            <a:ext cx="384048" cy="384048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 non tracées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37413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clair du statut, des délais ni de l'historique.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46520" y="26974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20840" y="2990088"/>
            <a:ext cx="384048" cy="384048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2926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dispersées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337413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Prises sur papier, perdues ou recopiées avec des erreurs.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681728"/>
            <a:ext cx="384048" cy="384048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 &amp; livraisons flous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50657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Acomptes et soldes difficiles à suivre, livraisons non planifiées.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43891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20840" y="4681728"/>
            <a:ext cx="384048" cy="384048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4617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invisible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0" y="50657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ne voit pas les modèles disponibles avant de se déplacer.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OBJECTIFS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unique reliant le client et l'atelier, du catalogue à la livraison.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926080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Digitaliser le catalogue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les modèles, prix et délais en ligne, accessibles 24h/24.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24231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39128" y="2926080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15" name="Text 13"/>
          <p:cNvSpPr/>
          <p:nvPr/>
        </p:nvSpPr>
        <p:spPr>
          <a:xfrm>
            <a:off x="673912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380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commandes sur-mesure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4380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prise de mesures à la confection, avec suivi de statut.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754880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Tracer paiements &amp; livraisons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5029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Acomptes, soldes, affectation des livreurs et suivi de tournée.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42519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39128" y="4754880"/>
            <a:ext cx="566928" cy="566928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4380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Connecter clients &amp; atelier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43800" y="5029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Messagerie, notifications, avis et devis personnalisés.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SewIvoire en un coup d'œil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web public </a:t>
            </a: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20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sécurisée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modèles en ligne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sur-mesure guidée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 personnel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commandes en temps réel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Paiements, livraisons &amp; avis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sur sewivoire.olt.ci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53328" y="1801368"/>
            <a:ext cx="5449824" cy="4261104"/>
          </a:xfrm>
          <a:prstGeom prst="roundRect">
            <a:avLst>
              <a:gd name="adj" fmla="val 107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E6CC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53328" y="1801368"/>
            <a:ext cx="5449824" cy="4261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FONCTIONNALITÉS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de modèles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01368"/>
            <a:ext cx="6272784" cy="4261104"/>
          </a:xfrm>
          <a:prstGeom prst="roundRect">
            <a:avLst>
              <a:gd name="adj" fmla="val 1073"/>
            </a:avLst>
          </a:prstGeom>
          <a:solidFill>
            <a:srgbClr val="F2EADB"/>
          </a:solidFill>
          <a:ln w="15875">
            <a:solidFill>
              <a:srgbClr val="E6CC7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49808" y="1801368"/>
            <a:ext cx="6272784" cy="426110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Parcourir &amp; filtrer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52360" y="2423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classés par catégorie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et délai de confection affichés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tri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aux favoris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détaillée par modèle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FONCTIONNALITÉS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 sur-mesure &amp; mesures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modèle à la confection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mesures du client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modèle et du tissu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personnalisé par le couturier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codes promo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à un couturier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1691640"/>
            <a:ext cx="6446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30368" y="1801368"/>
            <a:ext cx="6227064" cy="4261104"/>
          </a:xfrm>
          <a:prstGeom prst="roundRect">
            <a:avLst>
              <a:gd name="adj" fmla="val 107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E6CC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30368" y="1801368"/>
            <a:ext cx="6227064" cy="4261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FONCTIONNALITÉS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&amp; suivi des commandes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attente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71800" y="1783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Confirmée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715000" y="1783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cours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1783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869680" y="17830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5203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C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Livrée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081528"/>
            <a:ext cx="6272784" cy="2980944"/>
          </a:xfrm>
          <a:prstGeom prst="roundRect">
            <a:avLst>
              <a:gd name="adj" fmla="val 153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E6CC7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49808" y="3081528"/>
            <a:ext cx="6272784" cy="2980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 bout en bout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52360" y="36118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mis à jour à chaque étape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: acompte puis solde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de stock automatique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planifiée &amp; assignée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FONCTIONNALITÉS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client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 personnel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et coordonnées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de commandes par statut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favoris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après livraison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mot de passe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1691640"/>
            <a:ext cx="6446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30368" y="1801368"/>
            <a:ext cx="6227064" cy="4261104"/>
          </a:xfrm>
          <a:prstGeom prst="roundRect">
            <a:avLst>
              <a:gd name="adj" fmla="val 107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E6CC7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230368" y="1801368"/>
            <a:ext cx="6227064" cy="4261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FONCTIONNALITÉS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&amp; connexion sécurisées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jetons </a:t>
            </a:r>
            <a:r>
              <a:rPr lang="en-US" sz="18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r>
              <a:rPr lang="en-US" sz="18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access + refresh, rotation et liste de révocation.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4864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395728"/>
            <a:ext cx="5266944" cy="3666744"/>
          </a:xfrm>
          <a:prstGeom prst="roundRect">
            <a:avLst>
              <a:gd name="adj" fmla="val 1247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E6CC7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49808" y="2395728"/>
            <a:ext cx="5266944" cy="3666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2286000"/>
            <a:ext cx="51663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2395728"/>
            <a:ext cx="4946904" cy="3666744"/>
          </a:xfrm>
          <a:prstGeom prst="roundRect">
            <a:avLst>
              <a:gd name="adj" fmla="val 1247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E6CC7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64808" y="2395728"/>
            <a:ext cx="4946904" cy="3666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full-stack découplée : front React, back API REST Django, base MySQL.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2377440" cy="1691640"/>
          </a:xfrm>
          <a:prstGeom prst="roundRect">
            <a:avLst>
              <a:gd name="adj" fmla="val 4865"/>
            </a:avLst>
          </a:prstGeom>
          <a:solidFill>
            <a:srgbClr val="F4E3C0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Navigateur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web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 React)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74720" y="2788920"/>
            <a:ext cx="2377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 en statique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78892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2377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endpoints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278892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144000" y="2788920"/>
            <a:ext cx="2377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15203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C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 </a:t>
            </a:r>
            <a:r>
              <a:rPr lang="en-US" sz="15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O2Switch (cPanel + Passenger)   ·   HTTPS/SSL   ·   fichiers statiques via WhiteNoise   ·   déploiement par Git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technologique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· Vite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App, routage côté client, appels API en Axios.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011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6 · DRF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sérialiseurs, permissions par rôle, pagination.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2011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392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tables relationnelles, intégrité référentielle.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069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70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(SimpleJWT)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Jetons access/refresh, rotation, blacklist.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4069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370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drf-spectacular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7091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OpenAPI et interface Swagger interactive.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03920" y="4069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4370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O2Switch · Git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Passenger, WhiteNoise, HTTPS, mises à jour par push.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TECHNIQUE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— 18 entités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240280"/>
            <a:ext cx="411480" cy="411480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0391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Utilisateurs &amp; rôles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4780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(Client · Couturier · Livreur), Livreur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02552" y="2240280"/>
            <a:ext cx="411480" cy="411480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0391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0" y="24780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Catégorie, Modèle, Matériau, Consommation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3840480"/>
            <a:ext cx="411480" cy="411480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6393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40782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Commande, Mesure, Paiement, Livraison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2552" y="3840480"/>
            <a:ext cx="411480" cy="411480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36393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Devis &amp; promotions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0" y="40782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Devis, Code promo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" y="5440680"/>
            <a:ext cx="411480" cy="411480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52395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508760" y="56784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Message, Notification, Avis, Favoris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4983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02552" y="5440680"/>
            <a:ext cx="411480" cy="411480"/>
          </a:xfrm>
          <a:prstGeom prst="ellipse">
            <a:avLst/>
          </a:prstGeom>
          <a:solidFill>
            <a:srgbClr val="15203B"/>
          </a:solidFill>
          <a:ln/>
        </p:spPr>
      </p:sp>
      <p:sp>
        <p:nvSpPr>
          <p:cNvPr id="34" name="Text 32"/>
          <p:cNvSpPr/>
          <p:nvPr/>
        </p:nvSpPr>
        <p:spPr>
          <a:xfrm>
            <a:off x="6702552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0" y="52395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&amp; atelier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315200" y="56784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 de stock, Paramètres atelier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SÉCURITÉ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de l'application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240280"/>
            <a:ext cx="411480" cy="411480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0208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JWT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08760" y="24597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Jetons access/refresh signés, rotation et blacklist à la déconnexion.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02552" y="2240280"/>
            <a:ext cx="411480" cy="411480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0208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de débit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315200" y="24597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: 5 tentatives de connexion/minute, quotas par utilisateur.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3840480"/>
            <a:ext cx="411480" cy="411480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6210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 par rôle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508760" y="40599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différencié Client / Couturier / Livreur / Admin.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33832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2552" y="3840480"/>
            <a:ext cx="411480" cy="411480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36210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 &amp; HTTPS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315200" y="40599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de confiance, tout le trafic chiffré en SSL.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" y="5440680"/>
            <a:ext cx="411480" cy="411480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08760" y="5221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des données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508760" y="56601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serveur sur mesures, paiements et saisies.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498348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02552" y="5440680"/>
            <a:ext cx="411480" cy="411480"/>
          </a:xfrm>
          <a:prstGeom prst="ellipse">
            <a:avLst/>
          </a:prstGeom>
          <a:solidFill>
            <a:srgbClr val="F4E3C0"/>
          </a:solidFill>
          <a:ln/>
        </p:spPr>
      </p:sp>
      <p:sp>
        <p:nvSpPr>
          <p:cNvPr id="34" name="Text 32"/>
          <p:cNvSpPr/>
          <p:nvPr/>
        </p:nvSpPr>
        <p:spPr>
          <a:xfrm>
            <a:off x="6702552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15200" y="5221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Mots de passe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315200" y="5660136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Hachés (jamais stockés en clair), règles de robustesse.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documentée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Auto-documentée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OpenAPI généré automatiquement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Swagger interactive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testables en direct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Filtres, recherche et pagination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074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/api/docs/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6446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30368" y="1801368"/>
            <a:ext cx="6227064" cy="4261104"/>
          </a:xfrm>
          <a:prstGeom prst="roundRect">
            <a:avLst>
              <a:gd name="adj" fmla="val 1073"/>
            </a:avLst>
          </a:prstGeom>
          <a:solidFill>
            <a:srgbClr val="F2EADB"/>
          </a:solidFill>
          <a:ln w="15875">
            <a:solidFill>
              <a:srgbClr val="E6CC7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230368" y="1801368"/>
            <a:ext cx="6227064" cy="426110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BACK-OFFICE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d'administration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</a:rPr>
              <a:t>SewIvoire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801368"/>
            <a:ext cx="6272784" cy="4261104"/>
          </a:xfrm>
          <a:prstGeom prst="roundRect">
            <a:avLst>
              <a:gd name="adj" fmla="val 1073"/>
            </a:avLst>
          </a:prstGeom>
          <a:solidFill>
            <a:srgbClr val="F2EADB"/>
          </a:solidFill>
          <a:ln w="15875">
            <a:solidFill>
              <a:srgbClr val="E6CC7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49808" y="1801368"/>
            <a:ext cx="6272784" cy="426110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Pilotage de l'atelier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52360" y="2423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modèles &amp; catégories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commandes et paiements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stock de matériaux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Utilisateurs, livreurs &amp; devis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promo &amp; paramètres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DÉPLOIEMENT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&amp; chiffres clés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SewIvoire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9127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</a:rPr>
              <a:t>sewivoire.olt.ci   ·  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métier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38728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38728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utilisateurs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37376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37376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fonctionnels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36024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36024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336024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· HTTPS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09270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production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60120" y="4297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mutualisé O2Switch (cPanel) avec serveur Passenger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et API Django servis sur un même domaine sécurisé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statiques optimisés via WhiteNoise, base MySQL en production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et mises à jour par dépôt Git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572000"/>
            <a:ext cx="4206240" cy="4206240"/>
          </a:xfrm>
          <a:prstGeom prst="ellipse">
            <a:avLst/>
          </a:prstGeom>
          <a:solidFill>
            <a:srgbClr val="24315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645920"/>
            <a:ext cx="3840480" cy="3840480"/>
          </a:xfrm>
          <a:prstGeom prst="ellipse">
            <a:avLst/>
          </a:prstGeom>
          <a:solidFill>
            <a:srgbClr val="2431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&amp; 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23774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C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Évolutions envisagées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Money intégré en ligne (Orange, MTN, Wave)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pour les clients et livreurs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en temps réel et tableau de bord statistique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10561320" cy="1417320"/>
          </a:xfrm>
          <a:prstGeom prst="roundRect">
            <a:avLst>
              <a:gd name="adj" fmla="val 5161"/>
            </a:avLst>
          </a:prstGeom>
          <a:solidFill>
            <a:srgbClr val="24315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60520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6C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conclusion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SewIvoire digitalise tout le cycle de l'atelier — du catalogue à la livraison — dans une application full-stack sécurisée et déjà en ligne.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0" y="59436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sewivoire.olt.ci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1136</Words>
  <Application>Microsoft Office PowerPoint</Application>
  <PresentationFormat>Grand écran</PresentationFormat>
  <Paragraphs>273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SewIvoire — Soutenance</dc:title>
  <dc:subject>PptxGenJS Presentation</dc:subject>
  <dc:creator>SewIvoire</dc:creator>
  <cp:lastModifiedBy>Sartière Fatim Diarra</cp:lastModifiedBy>
  <cp:revision>5</cp:revision>
  <dcterms:created xsi:type="dcterms:W3CDTF">2026-06-18T00:08:11Z</dcterms:created>
  <dcterms:modified xsi:type="dcterms:W3CDTF">2026-06-18T02:01:50Z</dcterms:modified>
</cp:coreProperties>
</file>